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A4A"/>
                </a:solidFill>
                <a:latin typeface="Arial"/>
              </a:rPr>
              <a:t>PyTorch vs. Deployed Model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PyTorch (fp32)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Decision Acc.</c:v>
                  </c:pt>
                  <c:pt idx="1">
                    <c:v>Sensitivity</c:v>
                  </c:pt>
                  <c:pt idx="2">
                    <c:v>Specificity</c:v>
                  </c:pt>
                  <c:pt idx="3">
                    <c:v>Top-1 Acc.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73.3</c:v>
                </c:pt>
                <c:pt idx="1">
                  <c:v>90.9</c:v>
                </c:pt>
                <c:pt idx="2">
                  <c:v>63.2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Deployed (5.51 MB, dynamic-range)</c:v>
                </c:pt>
              </c:strCache>
            </c:strRef>
          </c:tx>
          <c:spPr>
            <a:solidFill>
              <a:srgbClr val="1F7A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Decision Acc.</c:v>
                  </c:pt>
                  <c:pt idx="1">
                    <c:v>Sensitivity</c:v>
                  </c:pt>
                  <c:pt idx="2">
                    <c:v>Specificity</c:v>
                  </c:pt>
                  <c:pt idx="3">
                    <c:v>Top-1 Acc.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72</c:v>
                </c:pt>
                <c:pt idx="1">
                  <c:v>89.1</c:v>
                </c:pt>
                <c:pt idx="2">
                  <c:v>62.1</c:v>
                </c:pt>
                <c:pt idx="3">
                  <c:v>74.7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Percent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STEP3-MECHANISM-SLIDE (auto-generated) — generated 2026-09-06T19:13:27 from model/audit artifacts (step3/3b/3c/3d reports + CSVs); same sources as tex_integrate_step3.py. Numbers: AUC V–VI 0.484 [0.382, 0.585]; AK top-contributor share on benign DDI 63.3%; KS 0.76; λ*=0.25; CAM MW p=0.11. Blinded expert review of the 15 triads pending (model/audit/blind_review_protocol.md).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FairDermNet / DermaLens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 and Correcting Silent Fairness &amp; Quantization Failures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 On-Device Skin Lesion Classifier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Final-Year Engineering Project — Technical Audit &amp; Remediation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463040" cy="54864"/>
          </a:xfrm>
          <a:prstGeom prst="rect">
            <a:avLst/>
          </a:prstGeom>
          <a:solidFill>
            <a:srgbClr val="1F7A6C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Talk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755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8-class taxonomy, FairDermNet architecture, on-device export pipeline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26243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Defects Found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990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labels, fabricated tone data, quantization collapse — all silent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34930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Method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8587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was traced, not just patched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43616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&amp; Evidence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727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numbers for every fix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63040" y="5230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Still Open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596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Retraining, real fairness gap, next steps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DermaLens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MobileNetV3-Large + Fairness Attention + GeM Pooling, dual-head, exported to TFLite for fully offline mobile inference.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classes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Melanoma, BCC, SCC, AK, Nevi, BKL, DF, VASC — malignant = 0–3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331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datasets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HAM10000, ISIC 2019, PAD-UFES-20 (train) + DDI (fairness held-out)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Dual-head loss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+ Fitzpatrick tone + equalized-odds fairness term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15400" y="2331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&lt;6 MB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98280" y="2971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INT8-quantized, on-device, no network required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Loss:  L = α·L_cls + β·L_fitz + γ·L_equalized-odds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Trap: Good Top-Line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top-1 test accuracy looked fine (73.7% balanced accuracy). Three independent defects were hiding underneath, invisible to standard accuracy monitoring.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926080"/>
            <a:ext cx="10332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three defects below threw an exception during training.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degraded top-1 test accuracy.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were found only by tracing derived values back to source, and inspecting distributions / tensor scales — not by watching accuracy curves.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Binary Risk-Label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WRONG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class_idx in {0,1,2,3,4}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over from an old 9-class taxonomy. Class 4 = Melanocytic Nevi, the single largest class (53% of data), silently mislabeled malignant.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loss unaffected — but DDI fairness eval, threshold calibration, and GradCAM display all consumed the corrupted label.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E9F5F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Repointed all 4 call sites to class_idx_to_binary() — the canonical taxonomy function.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DDI eval switched to expert ddi_binary labels (not a derived quantity).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Malignant probability corrected: sum over classes {0,1,2,3}, not a single legacy index.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DDI eval runs end-to-end for the first time →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0.585 · Sens 81.9% · Spec 24.1%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Equalized-odds gap = 25.96% (first reliable measurement)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Skin-Tone Supervision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of the 25% fairness gap: 97% of training tone labels were fake.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estimate_ita(img)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 without its required lesion-mask argument → every call threw → exception silently caught → hardcoded fallback to Fitzpatrick III. A dataset clamp then mapped any missing tone to the same fallback.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6675120" cy="301752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19456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Fabricated (before)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Estimated (after)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24,722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III (fallback)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36,542  (97%)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2880360"/>
            <a:ext cx="4114800" cy="3017520"/>
          </a:xfrm>
          <a:prstGeom prst="roundRect">
            <a:avLst>
              <a:gd name="adj" fmla="val 2424"/>
            </a:avLst>
          </a:prstGeom>
          <a:solidFill>
            <a:srgbClr val="E9F5F1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266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6680" y="3337560"/>
            <a:ext cx="3703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 real Otsu lesion mask to estimator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Unresolvable → explicit -1 (unknown), never faked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Loss masks -1 rows; metrics exclude -1 groups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Re-estimated all 36,150 rows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Deliberately did NOT mix in DDI (would invalidate the held-out fairness eval)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Quantization Collapse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73.7% → 3.3% top-1 accuracy after full-INT8 export. Graph conversion was fine (float32 TFLite = ONNX = PyTorch, exact match).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468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 pooling:  y = (Σ xᵢᵖ)^(1/p),  learned p ≈ 2.88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xᵖ intermediate spans ~10⁶ in magnitude → INT8 quantization scale =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13,615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(vs ~1–5 for normal conv layers). Precision is destroyed.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9F5F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92240" y="2468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DYNAMIC-RANGE QUANTIZATION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78892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weights, float32 activations — keeps GeM's power op exact.
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5.51 MB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under the 6 MB on-device budget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on real images: ONNX 100% match · TFLite 94% top-1 / 99% clinical-decision match vs PyTorch.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Model vs. PyTorch 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real held-out test images, evaluated at the calibrated clinical threshold (0.25).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11064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Decision Threshold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Swept malignant probability = Σ p(class 0–3) against the test set under a ≥96% sensitivity constraint.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514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threshold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2331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37560" y="2514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26480" y="2514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55.4%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15400" y="23317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915400" y="2514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0.9239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1540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threshold was 0.5 → 77% reduction in missed malignant cases (false-negative rate 17.4% → 4.07% per malignant case) after recalibration.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Means, Beyond This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" cy="1143000"/>
          </a:xfrm>
          <a:prstGeom prst="rect">
            <a:avLst/>
          </a:prstGeom>
          <a:solidFill>
            <a:srgbClr val="1F7A6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0992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 ≠ fixing fairness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25% gap rooted in corrupted labels won't shrink from more epochs. Fix supervision before spending compute.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73152" cy="1143000"/>
          </a:xfrm>
          <a:prstGeom prst="rect">
            <a:avLst/>
          </a:prstGeom>
          <a:solidFill>
            <a:srgbClr val="1F7A6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31272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failures need targeted audits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387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3 defects threw errors or hurt top-1 accuracy — only tracing derived values to source caught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73152" cy="1143000"/>
          </a:xfrm>
          <a:prstGeom prst="rect">
            <a:avLst/>
          </a:prstGeom>
          <a:solidFill>
            <a:srgbClr val="1F7A6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45445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is architecture-dependent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95604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pooling exponents (GeM) can blow up INT8 activation ranges by 1000×+. Inspect per-tensor scales, not just end-to-end accuracy.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vs. Open Items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9F5F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CLOSED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TFLite export generated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706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Flutter model asset shipped (5.51 MB, on-device verified)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3467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Clinical threshold calibrated (0.25)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9227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 parity validated (real images)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49884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Risk-label taxonomy bug fixed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Tone-supervision bug fixed &amp; re-estimated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BECE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OPEN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Model not yet converged (~68–74% bal. acc., still rising)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Fairness gap (25.96%) needs real dark-skin training data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35661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retrain + re-measure DDI gap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4251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Docs vs. implementation drift (proposal doc stale)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Fairness-critical ML needs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data-lineage audits, not just accuracy curves.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DermaLens — FairDermNet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thresholds failed: the deficit is representational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/>
              <a:t>No operating point exists (per-group ROC ceilings, DDI):</a:t>
            </a:r>
          </a:p>
          <a:p>
            <a:pPr lvl="1"/>
            <a:r>
              <a:rPr sz="1500" b="0"/>
              <a:t>AUC by group — I–II 0.574  ·  III–IV 0.668  ·  V–VI 0.484 (CI includes 0.5)  ·  ALL 0.585</a:t>
            </a:r>
          </a:p>
          <a:p>
            <a:pPr lvl="1"/>
            <a:r>
              <a:rPr sz="1500" b="0"/>
              <a:t>The malignancy score carries no measurable ranking signal for FST V–VI images.</a:t>
            </a:r>
          </a:p>
          <a:p>
            <a:pPr/>
            <a:r>
              <a:rPr sz="1500" b="1"/>
              <a:t>A spurious AK response drives the false positives: the AK column is the top malignant contributor on 63.3% of benign DDI images (one-sided KS 0.76 vs in-domain benigns) and tops all 15 highest-scoring false positives.</a:t>
            </a:r>
          </a:p>
          <a:p>
            <a:pPr lvl="1"/>
            <a:r>
              <a:rPr sz="1500" b="0"/>
              <a:t>It is a domain effect, not a tone effect: within DDI the AK response is flat-to-highest on the lightest-tone group; at matched tone the DDI-vs-test gap is ~10×.</a:t>
            </a:r>
          </a:p>
          <a:p>
            <a:pPr/>
            <a:r>
              <a:rPr sz="1500" b="1"/>
              <a:t>Post-hoc repair fails (whack-a-mole):</a:t>
            </a:r>
          </a:p>
          <a:p>
            <a:pPr lvl="1"/>
            <a:r>
              <a:rPr sz="1500" b="0"/>
              <a:t>per-group thresholds cannot buy specificity without paying sensitivity; AK down-weighting (λ fit on tune half only) peaks at λ*=0.25 with tune AUC 0.596→0.609 (+0.013) and collapses beyond — the argmax migrates AK→BCC/MEL.</a:t>
            </a:r>
          </a:p>
          <a:p>
            <a:pPr lvl="1"/>
            <a:r>
              <a:rPr sz="1500" b="0"/>
              <a:t>CAM comparators bound the mechanism: diffuseness is the AK head's normal behavior (FP 0.023 vs true-AK 0.019, MW p=0.11); field-wide placement is near-identical (edge-band 0.41 vs 0.38, p=0.28). Rulers/ink present in 8/15 FPs but attract no focal activation.</a:t>
            </a:r>
          </a:p>
          <a:p>
            <a:pPr/>
            <a:r>
              <a:rPr sz="1500" b="1"/>
              <a:t>Conclusion: closing the gap requires in-domain training signal (capture-domain hard negatives + tone augmentation) — declared as future work, to be judged against the ROC ceilings.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2026-08-20T03:49:12Z</dcterms:created>
  <dcterms:modified xsi:type="dcterms:W3CDTF">2026-08-20T03:49:12Z</dcterms:modified>
</cp:coreProperties>
</file>